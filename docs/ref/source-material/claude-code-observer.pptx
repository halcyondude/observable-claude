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09728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spc="400" kern="0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OBSERVER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9D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Implementation Plan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46888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execution graph monitoring for Claude Code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DuckDB event ledger · LadybugDB property graph · Cytoscape.js dashboard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097280" y="3520440"/>
            <a:ext cx="2011680" cy="1097280"/>
          </a:xfrm>
          <a:prstGeom prst="rect">
            <a:avLst/>
          </a:prstGeom>
          <a:solidFill>
            <a:srgbClr val="0A9396">
              <a:alpha val="20000"/>
            </a:srgbClr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3547872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E9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1097280" y="40690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 Events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0" y="3520440"/>
            <a:ext cx="2011680" cy="1097280"/>
          </a:xfrm>
          <a:prstGeom prst="rect">
            <a:avLst/>
          </a:prstGeom>
          <a:solidFill>
            <a:srgbClr val="0A9396">
              <a:alpha val="20000"/>
            </a:srgbClr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0" y="3547872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E9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3657600" y="40690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217920" y="3520440"/>
            <a:ext cx="2011680" cy="1097280"/>
          </a:xfrm>
          <a:prstGeom prst="rect">
            <a:avLst/>
          </a:prstGeom>
          <a:solidFill>
            <a:srgbClr val="0A9396">
              <a:alpha val="20000"/>
            </a:srgbClr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0" y="3547872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E9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6217920" y="40690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Problem: Claude Code Is a Black Box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749808"/>
            <a:ext cx="8229600" cy="2743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005840"/>
            <a:ext cx="85039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005840"/>
            <a:ext cx="91440" cy="685800"/>
          </a:xfrm>
          <a:prstGeom prst="rect">
            <a:avLst/>
          </a:prstGeom>
          <a:solidFill>
            <a:srgbClr val="CA6702"/>
          </a:solidFill>
          <a:ln w="12700">
            <a:solidFill>
              <a:srgbClr val="CA670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" y="1097280"/>
            <a:ext cx="8275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agents are alive?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84632" y="1353312"/>
            <a:ext cx="8275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visibility into currently executing agents or how long they've been running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" y="1783080"/>
            <a:ext cx="85039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1783080"/>
            <a:ext cx="91440" cy="685800"/>
          </a:xfrm>
          <a:prstGeom prst="rect">
            <a:avLst/>
          </a:prstGeom>
          <a:solidFill>
            <a:srgbClr val="AE2012"/>
          </a:solidFill>
          <a:ln w="12700">
            <a:solidFill>
              <a:srgbClr val="AE201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" y="1874520"/>
            <a:ext cx="8275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Spawn tree is invisible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4632" y="2130552"/>
            <a:ext cx="8275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Subagents spawn subagents — no way to see depth, parent, or lineage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" y="2560320"/>
            <a:ext cx="85039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2560320"/>
            <a:ext cx="91440" cy="685800"/>
          </a:xfrm>
          <a:prstGeom prst="rect">
            <a:avLst/>
          </a:prstGeom>
          <a:solidFill>
            <a:srgbClr val="CA6702"/>
          </a:solidFill>
          <a:ln w="12700">
            <a:solidFill>
              <a:srgbClr val="CA670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" y="2651760"/>
            <a:ext cx="8275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Prompts disappear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4632" y="2907792"/>
            <a:ext cx="8275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prompt that triggered each agent isn't recorded anywhere queryable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0040" y="3337560"/>
            <a:ext cx="85039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" y="3337560"/>
            <a:ext cx="91440" cy="685800"/>
          </a:xfrm>
          <a:prstGeom prst="rect">
            <a:avLst/>
          </a:prstGeom>
          <a:solidFill>
            <a:srgbClr val="AE2012"/>
          </a:solidFill>
          <a:ln w="12700">
            <a:solidFill>
              <a:srgbClr val="AE201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" y="3429000"/>
            <a:ext cx="8275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failures are silent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4632" y="3685032"/>
            <a:ext cx="8275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PostToolUseFailure events exist but nothing catches and surfaces them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0040" y="4114800"/>
            <a:ext cx="85039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" y="4114800"/>
            <a:ext cx="91440" cy="685800"/>
          </a:xfrm>
          <a:prstGeom prst="rect">
            <a:avLst/>
          </a:prstGeom>
          <a:solidFill>
            <a:srgbClr val="CA6702"/>
          </a:solidFill>
          <a:ln w="12700">
            <a:solidFill>
              <a:srgbClr val="CA670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4632" y="4206240"/>
            <a:ext cx="8275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are opaque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84632" y="4462272"/>
            <a:ext cx="8275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record of which skills each agent loaded per session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Hook Events — Full Lifecycle Coverage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749808"/>
            <a:ext cx="8229600" cy="2743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914400"/>
            <a:ext cx="2148840" cy="3474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914400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28600" y="1298448"/>
            <a:ext cx="21488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28600" y="1298448"/>
            <a:ext cx="64008" cy="56692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8328" y="1298448"/>
            <a:ext cx="20208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28600" y="1956816"/>
            <a:ext cx="21488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28600" y="1956816"/>
            <a:ext cx="64008" cy="56692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8328" y="1956816"/>
            <a:ext cx="20208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SessionStart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28600" y="2615184"/>
            <a:ext cx="21488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28600" y="2615184"/>
            <a:ext cx="64008" cy="56692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8328" y="2615184"/>
            <a:ext cx="20208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SessionEnd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450592" y="914400"/>
            <a:ext cx="2148840" cy="34747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450592" y="914400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450592" y="1298448"/>
            <a:ext cx="21488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450592" y="1298448"/>
            <a:ext cx="64008" cy="566928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60320" y="1298448"/>
            <a:ext cx="20208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UserPromptSubmit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450592" y="1956816"/>
            <a:ext cx="21488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450592" y="1956816"/>
            <a:ext cx="64008" cy="566928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560320" y="1956816"/>
            <a:ext cx="20208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450592" y="2615184"/>
            <a:ext cx="21488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450592" y="2615184"/>
            <a:ext cx="64008" cy="566928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60320" y="2615184"/>
            <a:ext cx="20208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672584" y="914400"/>
            <a:ext cx="2148840" cy="347472"/>
          </a:xfrm>
          <a:prstGeom prst="rect">
            <a:avLst/>
          </a:prstGeom>
          <a:solidFill>
            <a:srgbClr val="CA6702"/>
          </a:solidFill>
          <a:ln w="12700">
            <a:solidFill>
              <a:srgbClr val="CA670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72584" y="914400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Execution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672584" y="1298448"/>
            <a:ext cx="21488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672584" y="1298448"/>
            <a:ext cx="64008" cy="566928"/>
          </a:xfrm>
          <a:prstGeom prst="rect">
            <a:avLst/>
          </a:prstGeom>
          <a:solidFill>
            <a:srgbClr val="CA6702"/>
          </a:solidFill>
          <a:ln w="12700">
            <a:solidFill>
              <a:srgbClr val="CA670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82312" y="1298448"/>
            <a:ext cx="20208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PreToolUse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672584" y="1956816"/>
            <a:ext cx="21488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672584" y="1956816"/>
            <a:ext cx="64008" cy="566928"/>
          </a:xfrm>
          <a:prstGeom prst="rect">
            <a:avLst/>
          </a:prstGeom>
          <a:solidFill>
            <a:srgbClr val="CA6702"/>
          </a:solidFill>
          <a:ln w="12700">
            <a:solidFill>
              <a:srgbClr val="CA670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82312" y="1956816"/>
            <a:ext cx="20208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PermissionRequest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672584" y="2615184"/>
            <a:ext cx="21488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672584" y="2615184"/>
            <a:ext cx="64008" cy="566928"/>
          </a:xfrm>
          <a:prstGeom prst="rect">
            <a:avLst/>
          </a:prstGeom>
          <a:solidFill>
            <a:srgbClr val="CA6702"/>
          </a:solidFill>
          <a:ln w="12700">
            <a:solidFill>
              <a:srgbClr val="CA670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82312" y="2615184"/>
            <a:ext cx="20208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PostToolUse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672584" y="3273552"/>
            <a:ext cx="21488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672584" y="3273552"/>
            <a:ext cx="64008" cy="566928"/>
          </a:xfrm>
          <a:prstGeom prst="rect">
            <a:avLst/>
          </a:prstGeom>
          <a:solidFill>
            <a:srgbClr val="CA6702"/>
          </a:solidFill>
          <a:ln w="12700">
            <a:solidFill>
              <a:srgbClr val="CA670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82312" y="3273552"/>
            <a:ext cx="20208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PostToolUseFailure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894576" y="914400"/>
            <a:ext cx="2148840" cy="347472"/>
          </a:xfrm>
          <a:prstGeom prst="rect">
            <a:avLst/>
          </a:prstGeom>
          <a:solidFill>
            <a:srgbClr val="EE9B00"/>
          </a:solidFill>
          <a:ln w="12700">
            <a:solidFill>
              <a:srgbClr val="EE9B0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894576" y="914400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Subagent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6894576" y="1298448"/>
            <a:ext cx="21488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6894576" y="1298448"/>
            <a:ext cx="64008" cy="566928"/>
          </a:xfrm>
          <a:prstGeom prst="rect">
            <a:avLst/>
          </a:prstGeom>
          <a:solidFill>
            <a:srgbClr val="EE9B00"/>
          </a:solidFill>
          <a:ln w="12700">
            <a:solidFill>
              <a:srgbClr val="EE9B0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004304" y="1298448"/>
            <a:ext cx="20208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SubagentStart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6894576" y="1956816"/>
            <a:ext cx="21488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6894576" y="1956816"/>
            <a:ext cx="64008" cy="566928"/>
          </a:xfrm>
          <a:prstGeom prst="rect">
            <a:avLst/>
          </a:prstGeom>
          <a:solidFill>
            <a:srgbClr val="EE9B00"/>
          </a:solidFill>
          <a:ln w="12700">
            <a:solidFill>
              <a:srgbClr val="EE9B0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004304" y="1956816"/>
            <a:ext cx="20208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SubagentStop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320040" y="461772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Key correlation fields: session_id · agent_id · tool_use_id (spans PreToolUse↔PostToolUse)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749808"/>
            <a:ext cx="8229600" cy="2743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005840"/>
            <a:ext cx="1828800" cy="3200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4320" y="10058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0040" y="169164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SessionStart/End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320040" y="2084832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SubagentStart/Stop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320040" y="2478024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UserPromptSubmit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20040" y="2871216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PreToolUse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20040" y="326440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PostToolUse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20040" y="365760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377440" y="1005840"/>
            <a:ext cx="1645920" cy="137160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377440" y="100584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hooks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(primary)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377440" y="1664208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9D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~1ms TCP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9D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 &amp; forget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377440" y="2514600"/>
            <a:ext cx="1645920" cy="1371600"/>
          </a:xfrm>
          <a:prstGeom prst="rect">
            <a:avLst/>
          </a:prstGeom>
          <a:solidFill>
            <a:srgbClr val="CA6702"/>
          </a:solidFill>
          <a:ln w="12700">
            <a:solidFill>
              <a:srgbClr val="CA670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377440" y="251460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hooks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(fallback)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377440" y="3172968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9D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JSONL buffer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9D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collector down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103120" y="1828800"/>
            <a:ext cx="274320" cy="0"/>
          </a:xfrm>
          <a:prstGeom prst="line">
            <a:avLst/>
          </a:prstGeom>
          <a:noFill/>
          <a:ln w="19050">
            <a:solidFill>
              <a:srgbClr val="0A9396"/>
            </a:solidFill>
            <a:prstDash val="solid"/>
            <a:tailEnd type="arrow"/>
          </a:ln>
        </p:spPr>
      </p:sp>
      <p:sp>
        <p:nvSpPr>
          <p:cNvPr id="21" name="Shape 19"/>
          <p:cNvSpPr/>
          <p:nvPr/>
        </p:nvSpPr>
        <p:spPr>
          <a:xfrm>
            <a:off x="2103120" y="3200400"/>
            <a:ext cx="274320" cy="0"/>
          </a:xfrm>
          <a:prstGeom prst="line">
            <a:avLst/>
          </a:prstGeom>
          <a:noFill/>
          <a:ln w="19050">
            <a:solidFill>
              <a:srgbClr val="0A9396"/>
            </a:solidFill>
            <a:prstDash val="solid"/>
            <a:tailEnd type="arrow"/>
          </a:ln>
        </p:spPr>
      </p:sp>
      <p:sp>
        <p:nvSpPr>
          <p:cNvPr id="22" name="Shape 20"/>
          <p:cNvSpPr/>
          <p:nvPr/>
        </p:nvSpPr>
        <p:spPr>
          <a:xfrm>
            <a:off x="4251960" y="1005840"/>
            <a:ext cx="2011680" cy="32004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251960" y="100584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COLLECTOR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(FastAPI)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343400" y="1645920"/>
            <a:ext cx="1828800" cy="384048"/>
          </a:xfrm>
          <a:prstGeom prst="rect">
            <a:avLst/>
          </a:prstGeom>
          <a:solidFill>
            <a:srgbClr val="0D1B2A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343400" y="164592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/events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343400" y="2121408"/>
            <a:ext cx="1828800" cy="384048"/>
          </a:xfrm>
          <a:prstGeom prst="rect">
            <a:avLst/>
          </a:prstGeom>
          <a:solidFill>
            <a:srgbClr val="0D1B2A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343400" y="212140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processor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343400" y="2596896"/>
            <a:ext cx="1828800" cy="384048"/>
          </a:xfrm>
          <a:prstGeom prst="rect">
            <a:avLst/>
          </a:prstGeom>
          <a:solidFill>
            <a:srgbClr val="0D1B2A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43400" y="2596896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engine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343400" y="3072384"/>
            <a:ext cx="1828800" cy="384048"/>
          </a:xfrm>
          <a:prstGeom prst="rect">
            <a:avLst/>
          </a:prstGeom>
          <a:solidFill>
            <a:srgbClr val="0D1B2A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343400" y="3072384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SSE /stream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343400" y="3547872"/>
            <a:ext cx="1828800" cy="384048"/>
          </a:xfrm>
          <a:prstGeom prst="rect">
            <a:avLst/>
          </a:prstGeom>
          <a:solidFill>
            <a:srgbClr val="0D1B2A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343400" y="354787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/query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023360" y="1828800"/>
            <a:ext cx="228600" cy="0"/>
          </a:xfrm>
          <a:prstGeom prst="line">
            <a:avLst/>
          </a:prstGeom>
          <a:noFill/>
          <a:ln w="19050">
            <a:solidFill>
              <a:srgbClr val="0A9396"/>
            </a:solidFill>
            <a:prstDash val="solid"/>
            <a:tailEnd type="arrow"/>
          </a:ln>
        </p:spPr>
      </p:sp>
      <p:sp>
        <p:nvSpPr>
          <p:cNvPr id="35" name="Shape 33"/>
          <p:cNvSpPr/>
          <p:nvPr/>
        </p:nvSpPr>
        <p:spPr>
          <a:xfrm>
            <a:off x="4023360" y="3200400"/>
            <a:ext cx="228600" cy="0"/>
          </a:xfrm>
          <a:prstGeom prst="line">
            <a:avLst/>
          </a:prstGeom>
          <a:noFill/>
          <a:ln w="19050">
            <a:solidFill>
              <a:srgbClr val="0A9396"/>
            </a:solidFill>
            <a:prstDash val="solid"/>
            <a:tailEnd type="arrow"/>
          </a:ln>
        </p:spPr>
      </p:sp>
      <p:sp>
        <p:nvSpPr>
          <p:cNvPr id="36" name="Shape 34"/>
          <p:cNvSpPr/>
          <p:nvPr/>
        </p:nvSpPr>
        <p:spPr>
          <a:xfrm>
            <a:off x="6492240" y="1005840"/>
            <a:ext cx="2331720" cy="1371600"/>
          </a:xfrm>
          <a:prstGeom prst="rect">
            <a:avLst/>
          </a:prstGeom>
          <a:solidFill>
            <a:srgbClr val="EE9B00"/>
          </a:solidFill>
          <a:ln w="12700">
            <a:solidFill>
              <a:srgbClr val="EE9B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6492240" y="10058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DuckDB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492240" y="1444752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event ledger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append-only · JSON columns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 queries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492240" y="2542032"/>
            <a:ext cx="2331720" cy="137160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6492240" y="254203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LadybugDB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6492240" y="2980944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9D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graph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9D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labeled property graph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9D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Cypher queries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492240" y="4023360"/>
            <a:ext cx="233172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94D2B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6492240" y="402336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SvelteKit + Cytoscape.js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263640" y="1828800"/>
            <a:ext cx="228600" cy="0"/>
          </a:xfrm>
          <a:prstGeom prst="line">
            <a:avLst/>
          </a:prstGeom>
          <a:noFill/>
          <a:ln w="19050">
            <a:solidFill>
              <a:srgbClr val="0A9396"/>
            </a:solidFill>
            <a:prstDash val="solid"/>
            <a:tailEnd type="arrow"/>
          </a:ln>
        </p:spPr>
      </p:sp>
      <p:sp>
        <p:nvSpPr>
          <p:cNvPr id="45" name="Shape 43"/>
          <p:cNvSpPr/>
          <p:nvPr/>
        </p:nvSpPr>
        <p:spPr>
          <a:xfrm>
            <a:off x="6263640" y="3200400"/>
            <a:ext cx="228600" cy="0"/>
          </a:xfrm>
          <a:prstGeom prst="line">
            <a:avLst/>
          </a:prstGeom>
          <a:noFill/>
          <a:ln w="19050">
            <a:solidFill>
              <a:srgbClr val="0A9396"/>
            </a:solidFill>
            <a:prstDash val="solid"/>
            <a:tailEnd type="arrow"/>
          </a:ln>
        </p:spPr>
      </p:sp>
      <p:sp>
        <p:nvSpPr>
          <p:cNvPr id="46" name="Shape 44"/>
          <p:cNvSpPr/>
          <p:nvPr/>
        </p:nvSpPr>
        <p:spPr>
          <a:xfrm>
            <a:off x="7653528" y="3712464"/>
            <a:ext cx="0" cy="310896"/>
          </a:xfrm>
          <a:prstGeom prst="line">
            <a:avLst/>
          </a:prstGeom>
          <a:noFill/>
          <a:ln w="19050">
            <a:solidFill>
              <a:srgbClr val="94D2BD"/>
            </a:solidFill>
            <a:prstDash val="solid"/>
            <a:tailEnd type="arrow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LadybugDB Graph Model — Labeled Property Graph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749808"/>
            <a:ext cx="8229600" cy="2743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9144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298448"/>
            <a:ext cx="38404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298448"/>
            <a:ext cx="82296" cy="74980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33502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164592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session_id · cwd · start_ts · end_ts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0040" y="2157984"/>
            <a:ext cx="38404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2157984"/>
            <a:ext cx="82296" cy="749808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194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2505456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agent_id · agent_type · status · start_ts · end_ts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20040" y="3017520"/>
            <a:ext cx="38404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3017520"/>
            <a:ext cx="82296" cy="749808"/>
          </a:xfrm>
          <a:prstGeom prst="rect">
            <a:avLst/>
          </a:prstGeom>
          <a:solidFill>
            <a:srgbClr val="CA6702"/>
          </a:solidFill>
          <a:ln w="12700">
            <a:solidFill>
              <a:srgbClr val="CA670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05409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3364992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· path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20040" y="3877056"/>
            <a:ext cx="38404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" y="3877056"/>
            <a:ext cx="82296" cy="749808"/>
          </a:xfrm>
          <a:prstGeom prst="rect">
            <a:avLst/>
          </a:prstGeom>
          <a:solidFill>
            <a:srgbClr val="EE9B00"/>
          </a:solidFill>
          <a:ln w="12700">
            <a:solidFill>
              <a:srgbClr val="EE9B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9136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4224528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(Bash, Write, mcp__*)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572000" y="91440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67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0" y="1298448"/>
            <a:ext cx="42519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0" y="1298448"/>
            <a:ext cx="82296" cy="74980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00016" y="1335024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(Session)─[:SPAWNED]→(Agent)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700016" y="1645920"/>
            <a:ext cx="4069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· spawned_at · depth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72000" y="2157984"/>
            <a:ext cx="42519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572000" y="2157984"/>
            <a:ext cx="82296" cy="749808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00016" y="2194560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(Agent)─[:SPAWNED]→(Agent)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700016" y="2505456"/>
            <a:ext cx="4069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· spawned_at · depth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572000" y="3017520"/>
            <a:ext cx="42519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572000" y="3017520"/>
            <a:ext cx="82296" cy="749808"/>
          </a:xfrm>
          <a:prstGeom prst="rect">
            <a:avLst/>
          </a:prstGeom>
          <a:solidFill>
            <a:srgbClr val="CA6702"/>
          </a:solidFill>
          <a:ln w="12700">
            <a:solidFill>
              <a:srgbClr val="CA670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00016" y="3054096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(Agent)─[:LOADED]→(Skill)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700016" y="3364992"/>
            <a:ext cx="4069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loaded_at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572000" y="3877056"/>
            <a:ext cx="42519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572000" y="3877056"/>
            <a:ext cx="82296" cy="749808"/>
          </a:xfrm>
          <a:prstGeom prst="rect">
            <a:avLst/>
          </a:prstGeom>
          <a:solidFill>
            <a:srgbClr val="EE9B00"/>
          </a:solidFill>
          <a:ln w="12700">
            <a:solidFill>
              <a:srgbClr val="EE9B0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00016" y="3913632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(Agent)─[:INVOKED]→(Tool)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700016" y="4224528"/>
            <a:ext cx="4069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tool_use_id · tool_input · start_ts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end_ts · duration_ms · status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20040" y="4645152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Why Skill as node (not edge property)? Enables cross-session queries: which agents loaded book2claude? Shared node = no duplication.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Strategy: DuckDB + LadybugDB Split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749808"/>
            <a:ext cx="8229600" cy="2743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914400"/>
            <a:ext cx="4069080" cy="3931920"/>
          </a:xfrm>
          <a:prstGeom prst="rect">
            <a:avLst/>
          </a:prstGeom>
          <a:solidFill>
            <a:srgbClr val="EE9B00"/>
          </a:solidFill>
          <a:ln w="12700">
            <a:solidFill>
              <a:srgbClr val="EE9B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4320" y="914400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DuckDB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274320" y="1371600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Event Ledger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1719072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Append-only — immutable audit trail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2148840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raw hook payload as JSON column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2578608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 aggregations (latency, rates)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2920" y="3008376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Full-text search on prompts (LIKE / regexp)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2920" y="3438144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Time-range scans: what happened at 14:03?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2920" y="3867912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Replay: ordered SELECT for cold-start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2920" y="4297680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infrastructure — single file on disk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800600" y="914400"/>
            <a:ext cx="4069080" cy="393192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00600" y="914400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LadybugDB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800600" y="1371600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9D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Execution Graph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83480" y="1719072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9D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agents are running right now?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983480" y="214884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9D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spawn tree: who spawned whom?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983480" y="257860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9D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Cypher: variable-depth path traversal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983480" y="3008376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9D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Co-occurrence: skills used together?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983480" y="3438144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9D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status: running / complete / failed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983480" y="3867912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9D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Cytoscape.js feed: nodes + edges direct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983480" y="429768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9D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Schema-first — LadybugDB requires DDL upfront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 Delivery: http vs command — Run Both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749808"/>
            <a:ext cx="8229600" cy="2743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960120"/>
            <a:ext cx="2011680" cy="475488"/>
          </a:xfrm>
          <a:prstGeom prst="rect">
            <a:avLst/>
          </a:prstGeom>
          <a:solidFill>
            <a:srgbClr val="0D1B2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960120"/>
            <a:ext cx="19019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Concern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377440" y="960120"/>
            <a:ext cx="3200400" cy="475488"/>
          </a:xfrm>
          <a:prstGeom prst="rect">
            <a:avLst/>
          </a:prstGeom>
          <a:solidFill>
            <a:srgbClr val="0D1B2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50592" y="960120"/>
            <a:ext cx="3090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hooks (primary)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669280" y="960120"/>
            <a:ext cx="3200400" cy="475488"/>
          </a:xfrm>
          <a:prstGeom prst="rect">
            <a:avLst/>
          </a:prstGeom>
          <a:solidFill>
            <a:srgbClr val="0D1B2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742432" y="960120"/>
            <a:ext cx="3090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hooks (fallback)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1435608"/>
            <a:ext cx="2011680" cy="475488"/>
          </a:xfrm>
          <a:prstGeom prst="rect">
            <a:avLst/>
          </a:prstGeom>
          <a:solidFill>
            <a:srgbClr val="F4F4F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472" y="1435608"/>
            <a:ext cx="19019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377440" y="1435608"/>
            <a:ext cx="3200400" cy="475488"/>
          </a:xfrm>
          <a:prstGeom prst="rect">
            <a:avLst/>
          </a:prstGeom>
          <a:solidFill>
            <a:srgbClr val="F4F4F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50592" y="1435608"/>
            <a:ext cx="3090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~1ms (TCP)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669280" y="1435608"/>
            <a:ext cx="3200400" cy="475488"/>
          </a:xfrm>
          <a:prstGeom prst="rect">
            <a:avLst/>
          </a:prstGeom>
          <a:solidFill>
            <a:srgbClr val="F4F4F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742432" y="1435608"/>
            <a:ext cx="3090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50–200ms (subprocess spawn)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" y="1911096"/>
            <a:ext cx="2011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" y="1911096"/>
            <a:ext cx="19019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377440" y="1911096"/>
            <a:ext cx="32004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450592" y="1911096"/>
            <a:ext cx="3090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Silent fail if collector is down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669280" y="1911096"/>
            <a:ext cx="32004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742432" y="1911096"/>
            <a:ext cx="3090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can buffer/retry to JSONL file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74320" y="2386584"/>
            <a:ext cx="2011680" cy="475488"/>
          </a:xfrm>
          <a:prstGeom prst="rect">
            <a:avLst/>
          </a:prstGeom>
          <a:solidFill>
            <a:srgbClr val="F4F4F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7472" y="2386584"/>
            <a:ext cx="19019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Blocking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377440" y="2386584"/>
            <a:ext cx="3200400" cy="475488"/>
          </a:xfrm>
          <a:prstGeom prst="rect">
            <a:avLst/>
          </a:prstGeom>
          <a:solidFill>
            <a:srgbClr val="F4F4F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450592" y="2386584"/>
            <a:ext cx="3090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Non-blocking by default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669280" y="2386584"/>
            <a:ext cx="3200400" cy="475488"/>
          </a:xfrm>
          <a:prstGeom prst="rect">
            <a:avLst/>
          </a:prstGeom>
          <a:solidFill>
            <a:srgbClr val="F4F4F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2386584"/>
            <a:ext cx="3090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 Claude until script exits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74320" y="2862072"/>
            <a:ext cx="2011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7472" y="2862072"/>
            <a:ext cx="19019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Debugging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377440" y="2862072"/>
            <a:ext cx="32004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450592" y="2862072"/>
            <a:ext cx="3090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collector logs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669280" y="2862072"/>
            <a:ext cx="32004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742432" y="2862072"/>
            <a:ext cx="3090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hook script stderr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74320" y="3337560"/>
            <a:ext cx="2011680" cy="475488"/>
          </a:xfrm>
          <a:prstGeom prst="rect">
            <a:avLst/>
          </a:prstGeom>
          <a:solidFill>
            <a:srgbClr val="F4F4F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47472" y="3337560"/>
            <a:ext cx="19019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/ Headers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377440" y="3337560"/>
            <a:ext cx="3200400" cy="475488"/>
          </a:xfrm>
          <a:prstGeom prst="rect">
            <a:avLst/>
          </a:prstGeom>
          <a:solidFill>
            <a:srgbClr val="F4F4F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450592" y="3337560"/>
            <a:ext cx="3090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Supported natively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669280" y="3337560"/>
            <a:ext cx="3200400" cy="475488"/>
          </a:xfrm>
          <a:prstGeom prst="rect">
            <a:avLst/>
          </a:prstGeom>
          <a:solidFill>
            <a:srgbClr val="F4F4F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742432" y="3337560"/>
            <a:ext cx="3090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control in script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274320" y="3813048"/>
            <a:ext cx="2011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47472" y="3813048"/>
            <a:ext cx="19019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 logic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2377440" y="3813048"/>
            <a:ext cx="32004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450592" y="3813048"/>
            <a:ext cx="3090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possible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5669280" y="3813048"/>
            <a:ext cx="32004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742432" y="3813048"/>
            <a:ext cx="3090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to JSONL on HTTP 5xx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274320" y="4288536"/>
            <a:ext cx="2011680" cy="475488"/>
          </a:xfrm>
          <a:prstGeom prst="rect">
            <a:avLst/>
          </a:prstGeom>
          <a:solidFill>
            <a:srgbClr val="F4F4F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47472" y="4288536"/>
            <a:ext cx="19019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use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2377440" y="4288536"/>
            <a:ext cx="3200400" cy="475488"/>
          </a:xfrm>
          <a:prstGeom prst="rect">
            <a:avLst/>
          </a:prstGeom>
          <a:solidFill>
            <a:srgbClr val="F4F4F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450592" y="4288536"/>
            <a:ext cx="3090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primary path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5669280" y="4288536"/>
            <a:ext cx="3200400" cy="475488"/>
          </a:xfrm>
          <a:prstGeom prst="rect">
            <a:avLst/>
          </a:prstGeom>
          <a:solidFill>
            <a:srgbClr val="F4F4F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742432" y="4288536"/>
            <a:ext cx="3090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Dev, testing, cold-start replay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2377440" y="960120"/>
            <a:ext cx="3200400" cy="475488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450592" y="960120"/>
            <a:ext cx="30540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hooks (primary)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274320" y="46634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hooks fire for every event. http delivers to the collector; command writes fallback JSONL when collector is unreachable.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Can Ask with Cypher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749808"/>
            <a:ext cx="8229600" cy="2743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005840"/>
            <a:ext cx="4206240" cy="1783080"/>
          </a:xfrm>
          <a:prstGeom prst="rect">
            <a:avLst/>
          </a:prstGeom>
          <a:solidFill>
            <a:srgbClr val="1E293B"/>
          </a:solidFill>
          <a:ln w="12700">
            <a:solidFill>
              <a:srgbClr val="0A93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05840"/>
            <a:ext cx="4206240" cy="3474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005840"/>
            <a:ext cx="39867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agents are running right now?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84048" y="1389888"/>
            <a:ext cx="3986784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9D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MATCH (s:Session)-[:SPAWNED*1..]-&gt;(a:Agent)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9D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a.status = 'running'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9D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a.agent_id, a.agent_type, a.start_ts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9D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a.start_ts;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754880" y="1005840"/>
            <a:ext cx="4206240" cy="1783080"/>
          </a:xfrm>
          <a:prstGeom prst="rect">
            <a:avLst/>
          </a:prstGeom>
          <a:solidFill>
            <a:srgbClr val="1E293B"/>
          </a:solidFill>
          <a:ln w="12700">
            <a:solidFill>
              <a:srgbClr val="0A93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005840"/>
            <a:ext cx="4206240" cy="3474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64608" y="1005840"/>
            <a:ext cx="39867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spawn tree for a session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864608" y="1389888"/>
            <a:ext cx="3986784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9D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MATCH p = (s:Session {session_id: $sid})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9D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-[:SPAWNED*]-&gt;(a:Agent)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9D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p;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74320" y="2926080"/>
            <a:ext cx="4206240" cy="1783080"/>
          </a:xfrm>
          <a:prstGeom prst="rect">
            <a:avLst/>
          </a:prstGeom>
          <a:solidFill>
            <a:srgbClr val="1E293B"/>
          </a:solidFill>
          <a:ln w="12700">
            <a:solidFill>
              <a:srgbClr val="0A93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926080"/>
            <a:ext cx="4206240" cy="3474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4048" y="2926080"/>
            <a:ext cx="39867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tool latency by agent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84048" y="3310128"/>
            <a:ext cx="3986784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9D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MATCH (a:Agent)-[i:INVOKED]-&gt;(t:Tool)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9D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i.duration_ms IS NOT NULL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9D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a.agent_id, t.name,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9D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avg(i.duration_ms) AS avg_ms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9D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avg_ms DESC;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754880" y="2926080"/>
            <a:ext cx="4206240" cy="1783080"/>
          </a:xfrm>
          <a:prstGeom prst="rect">
            <a:avLst/>
          </a:prstGeom>
          <a:solidFill>
            <a:srgbClr val="1E293B"/>
          </a:solidFill>
          <a:ln w="12700">
            <a:solidFill>
              <a:srgbClr val="0A93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54880" y="2926080"/>
            <a:ext cx="4206240" cy="3474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64608" y="2926080"/>
            <a:ext cx="39867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 tool calls with inputs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64608" y="3310128"/>
            <a:ext cx="3986784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9D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MATCH (a:Agent)-[i:INVOKED]-&gt;(t:Tool)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9D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i.status = 'failed'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9D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a.agent_id, t.name,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9D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i.tool_input, i.start_ts;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74320" y="46634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DuckDB handles: time-range scans · full-text prompt search · aggregations · event replay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4-Phase Build Plan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749808"/>
            <a:ext cx="8229600" cy="2743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960120"/>
            <a:ext cx="420624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960120"/>
            <a:ext cx="4206240" cy="420624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960120"/>
            <a:ext cx="502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96112" y="960120"/>
            <a:ext cx="3474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 Plumbing &amp; Raw Capture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02336" y="1435608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~/.claude/settings.json globally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02336" y="1691640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FastAPI collector (launchd)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02336" y="1947672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DuckDB receives all 9 event types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02336" y="2203704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hook writes JSONL fallback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754880" y="960120"/>
            <a:ext cx="420624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54880" y="960120"/>
            <a:ext cx="4206240" cy="420624"/>
          </a:xfrm>
          <a:prstGeom prst="rect">
            <a:avLst/>
          </a:prstGeom>
          <a:solidFill>
            <a:srgbClr val="EE9B00"/>
          </a:solidFill>
          <a:ln w="12700">
            <a:solidFill>
              <a:srgbClr val="EE9B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0" y="960120"/>
            <a:ext cx="502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376672" y="960120"/>
            <a:ext cx="3474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Materialization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82896" y="1435608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E9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LadybugDB schema (DDL)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882896" y="1691640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E9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update_graph() per event type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882896" y="1947672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E9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SessionStart → Session node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882896" y="2203704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E9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SubagentStart → Agent + SPAWNED edge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882896" y="2459736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E9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PreToolUse → open INVOKED edge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882896" y="2715768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E9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PostToolUse → close edge with duration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74320" y="2926080"/>
            <a:ext cx="420624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4320" y="2926080"/>
            <a:ext cx="4206240" cy="420624"/>
          </a:xfrm>
          <a:prstGeom prst="rect">
            <a:avLst/>
          </a:prstGeom>
          <a:solidFill>
            <a:srgbClr val="CA6702"/>
          </a:solidFill>
          <a:ln w="12700">
            <a:solidFill>
              <a:srgbClr val="CA670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2926080"/>
            <a:ext cx="502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896112" y="2926080"/>
            <a:ext cx="3474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SSE Stream + Dashboard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02336" y="3401568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A67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SvelteKit app connects to /stream SSE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02336" y="3657600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A67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Cytoscape.js renders live execution graph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02336" y="3913632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A67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color = status (green/gray/red)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02336" y="4169664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A67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width = tool call duration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02336" y="4425696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A67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DuckDB analytics panel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754880" y="2926080"/>
            <a:ext cx="420624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754880" y="2926080"/>
            <a:ext cx="4206240" cy="420624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46320" y="2926080"/>
            <a:ext cx="502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5376672" y="2926080"/>
            <a:ext cx="3474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Polish &amp; Query UI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882896" y="3401568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SubagentStart payload → Skill nodes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4882896" y="3657600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PreCompact → graph snapshot to DuckDB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4882896" y="3913632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Inline Cypher editor → /query endpoint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4882896" y="4169664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JSONL replay for cold-start recovery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Architecture Tradeoffs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749808"/>
            <a:ext cx="8229600" cy="2743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" y="914400"/>
            <a:ext cx="1828800" cy="3657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10896" y="914400"/>
            <a:ext cx="1755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148840" y="914400"/>
            <a:ext cx="1965960" cy="3657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03704" y="914400"/>
            <a:ext cx="1892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Choice Made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178808" y="914400"/>
            <a:ext cx="1463040" cy="3657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33672" y="914400"/>
            <a:ext cx="1389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705856" y="914400"/>
            <a:ext cx="3657600" cy="3657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60720" y="914400"/>
            <a:ext cx="3584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56032" y="1316736"/>
            <a:ext cx="18288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10896" y="1335024"/>
            <a:ext cx="17556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Collector location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148840" y="1316736"/>
            <a:ext cx="19659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203704" y="1335024"/>
            <a:ext cx="18928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Standalone process (launchd)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178808" y="1316736"/>
            <a:ext cx="14630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33672" y="1335024"/>
            <a:ext cx="13898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705856" y="1316736"/>
            <a:ext cx="3657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760720" y="1335024"/>
            <a:ext cx="35844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Persists across sessions; cross-session event correlation; simpler port management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56032" y="1837944"/>
            <a:ext cx="1828800" cy="475488"/>
          </a:xfrm>
          <a:prstGeom prst="rect">
            <a:avLst/>
          </a:prstGeom>
          <a:solidFill>
            <a:srgbClr val="F4F4F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10896" y="1856232"/>
            <a:ext cx="17556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hook delivery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148840" y="1837944"/>
            <a:ext cx="1965960" cy="475488"/>
          </a:xfrm>
          <a:prstGeom prst="rect">
            <a:avLst/>
          </a:prstGeom>
          <a:solidFill>
            <a:srgbClr val="F4F4F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203704" y="1856232"/>
            <a:ext cx="18928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hooks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178808" y="1837944"/>
            <a:ext cx="1463040" cy="475488"/>
          </a:xfrm>
          <a:prstGeom prst="rect">
            <a:avLst/>
          </a:prstGeom>
          <a:solidFill>
            <a:srgbClr val="F4F4F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233672" y="1856232"/>
            <a:ext cx="13898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hooks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705856" y="1837944"/>
            <a:ext cx="3657600" cy="475488"/>
          </a:xfrm>
          <a:prstGeom prst="rect">
            <a:avLst/>
          </a:prstGeom>
          <a:solidFill>
            <a:srgbClr val="F4F4F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60720" y="1856232"/>
            <a:ext cx="35844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~1ms vs 50–200ms; no subprocess spawn per event; non-blocking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56032" y="2359152"/>
            <a:ext cx="18288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10896" y="2377440"/>
            <a:ext cx="17556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 delivery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148840" y="2359152"/>
            <a:ext cx="19659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203704" y="2377440"/>
            <a:ext cx="18928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hook → JSONL file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178808" y="2359152"/>
            <a:ext cx="14630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233672" y="2377440"/>
            <a:ext cx="13898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705856" y="2359152"/>
            <a:ext cx="3657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760720" y="2377440"/>
            <a:ext cx="35844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Survives collector restarts; provides replay buffer for cold starts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256032" y="2880360"/>
            <a:ext cx="1828800" cy="475488"/>
          </a:xfrm>
          <a:prstGeom prst="rect">
            <a:avLst/>
          </a:prstGeom>
          <a:solidFill>
            <a:srgbClr val="F4F4F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10896" y="2898648"/>
            <a:ext cx="17556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storage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2148840" y="2880360"/>
            <a:ext cx="1965960" cy="475488"/>
          </a:xfrm>
          <a:prstGeom prst="rect">
            <a:avLst/>
          </a:prstGeom>
          <a:solidFill>
            <a:srgbClr val="F4F4F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203704" y="2898648"/>
            <a:ext cx="18928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property on SPAWNED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178808" y="2880360"/>
            <a:ext cx="1463040" cy="475488"/>
          </a:xfrm>
          <a:prstGeom prst="rect">
            <a:avLst/>
          </a:prstGeom>
          <a:solidFill>
            <a:srgbClr val="F4F4F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233672" y="2898648"/>
            <a:ext cx="13898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node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5705856" y="2880360"/>
            <a:ext cx="3657600" cy="475488"/>
          </a:xfrm>
          <a:prstGeom prst="rect">
            <a:avLst/>
          </a:prstGeom>
          <a:solidFill>
            <a:srgbClr val="F4F4F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760720" y="2898648"/>
            <a:ext cx="35844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Simpler traversal; DuckDB handles full-text search; no extra node join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256032" y="3401568"/>
            <a:ext cx="18288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10896" y="3419856"/>
            <a:ext cx="17556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storage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2148840" y="3401568"/>
            <a:ext cx="19659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203704" y="3419856"/>
            <a:ext cx="18928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node (labeled)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178808" y="3401568"/>
            <a:ext cx="14630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233672" y="3419856"/>
            <a:ext cx="13898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property on LOADED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5705856" y="3401568"/>
            <a:ext cx="3657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760720" y="3419856"/>
            <a:ext cx="35844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Cross-session queryability; aligns with LadybugRAG domain ontology style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256032" y="3922776"/>
            <a:ext cx="1828800" cy="475488"/>
          </a:xfrm>
          <a:prstGeom prst="rect">
            <a:avLst/>
          </a:prstGeom>
          <a:solidFill>
            <a:srgbClr val="F4F4F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10896" y="3941064"/>
            <a:ext cx="17556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event store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2148840" y="3922776"/>
            <a:ext cx="1965960" cy="475488"/>
          </a:xfrm>
          <a:prstGeom prst="rect">
            <a:avLst/>
          </a:prstGeom>
          <a:solidFill>
            <a:srgbClr val="F4F4F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203704" y="3941064"/>
            <a:ext cx="18928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DuckDB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4178808" y="3922776"/>
            <a:ext cx="1463040" cy="475488"/>
          </a:xfrm>
          <a:prstGeom prst="rect">
            <a:avLst/>
          </a:prstGeom>
          <a:solidFill>
            <a:srgbClr val="F4F4F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233672" y="3941064"/>
            <a:ext cx="13898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/ Postgres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5705856" y="3922776"/>
            <a:ext cx="3657600" cy="475488"/>
          </a:xfrm>
          <a:prstGeom prst="rect">
            <a:avLst/>
          </a:prstGeom>
          <a:solidFill>
            <a:srgbClr val="F4F4F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760720" y="3941064"/>
            <a:ext cx="35844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Columnar JSON access; analytics-native; zero infrastructure; single file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1887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spc="300" kern="0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BUILD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438912" cy="475488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103120"/>
            <a:ext cx="4389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70432" y="2103120"/>
            <a:ext cx="7132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~/.claude/settings.json with dual hooks (http + command)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2743200"/>
            <a:ext cx="438912" cy="475488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743200"/>
            <a:ext cx="4389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70432" y="2743200"/>
            <a:ext cx="7132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 up FastAPI collector with launchd → DuckDB ingestion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3383280"/>
            <a:ext cx="438912" cy="475488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383280"/>
            <a:ext cx="4389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170432" y="3383280"/>
            <a:ext cx="7132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LadybugDB schema → implement update_graph() per event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" y="4023360"/>
            <a:ext cx="438912" cy="475488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4023360"/>
            <a:ext cx="4389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170432" y="4023360"/>
            <a:ext cx="7132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SvelteKit dashboard to SSE stream → Cytoscape.js graph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0080" y="461772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DuckDB for what happened · LadybugDB for what is happening · Cypher for everything else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Claude Code Observer — Architecture Plan</dc:title>
  <dc:subject>PptxGenJS Presentation</dc:subject>
  <dc:creator>Claude Code Observer</dc:creator>
  <cp:lastModifiedBy>Claude Code Observer</cp:lastModifiedBy>
  <cp:revision>1</cp:revision>
  <dcterms:created xsi:type="dcterms:W3CDTF">2026-03-11T01:45:54Z</dcterms:created>
  <dcterms:modified xsi:type="dcterms:W3CDTF">2026-03-11T01:45:54Z</dcterms:modified>
</cp:coreProperties>
</file>